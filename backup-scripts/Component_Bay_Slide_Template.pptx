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61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6321C-FD00-40F7-BC57-2E6FE3AB17D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80744-295D-4433-A82C-B2EAD533F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0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80744-295D-4433-A82C-B2EAD533FF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92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42E7C-B229-887C-2DC6-ECA1E6DE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E45D7-4989-68B3-C15D-EF17F2935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C7466-F487-CC23-BC64-727617B85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B5BA4-240E-E0A3-C048-7444C5FDC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80744-295D-4433-A82C-B2EAD533FF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00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02473-9303-DC9D-C2B3-6D5AE709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A6D4E-4CDF-DFF3-9D50-636C2B981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FCBA0-DDE7-5EC7-FEEF-59ACBF11B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D7837-4740-FD07-0B47-9DB1EDC5E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80744-295D-4433-A82C-B2EAD533FF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04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94E75-D2BA-9D60-DF4F-DBB01283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B22A5-A8D1-5790-4034-69C71A18C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41E5A-BAB1-C08C-A409-BBA4C134A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79442-E8E2-A654-AC66-1F83A4A98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80744-295D-4433-A82C-B2EAD533FF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1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7DF02-5267-C5D8-F627-42B7726FF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44DB1-43EE-E77B-2947-C8E714EF1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D5EDC-6D55-297C-69CA-617B59BD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51C96-D44A-490F-A3F2-92DE92FD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79A21-392C-4F60-4B80-25DBB94C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6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227ED-B9FA-AFF9-5A44-548B9B4C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C1DDC-6C37-B309-BA1C-46F5D41B9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9A553-3816-88E1-38AD-87A746A8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74CC4-718A-25FB-2ADB-9B217B49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E6C0F-B2D2-2F1F-4055-5DEA6C3F4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7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51A6-2D28-91D5-CE74-6CB7B30C5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B3361-D377-BE64-3721-833A18B1F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159B3-2178-AD10-F214-A118ABC0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C3CD8-A16F-35FC-66C0-667177C0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8073E-0296-6249-9166-F0D89C97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4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4434-8CBA-BC12-8FF4-5D571EA6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7184-0149-5E20-243E-2B0835196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E6092-2C04-E01E-DD60-6B269CA39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1927-D086-E900-4C57-A43164DF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0D782-AB65-2B82-3EFA-ADA5211D7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484D3-4FBA-5A91-4FD1-4CF6571B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1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FAE8-6418-41B0-230F-3A7BCE76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E63E6-35B2-CF1D-8764-69204B201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15A57-100C-C02E-4E4D-431838FCC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A18F60-D1ED-5ED6-A06A-9ACD96083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BD9C0-DD8D-1FB3-C143-BA488C687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F62ED-0A70-7D2D-87F6-14A6CEEB3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782200-A7E4-C586-775E-4A7041E0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18C67-7703-496F-7583-E749E821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8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B383-FA23-666D-ED63-E57024DA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1697A-B41D-EAC5-9264-19D70A695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D9010-F285-FC75-3695-85A72F02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C1D73C-7F06-D1BA-A6E3-CDAA6F27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AD72E-8CF1-735F-C595-3917C37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E0F42-0463-1879-2ED5-E83A6C4C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5D9C1-D292-BC7F-E7AA-1B94BCB1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9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17B9-F20F-622B-49AF-0278064F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53D27-9A1D-E0F0-D318-8F2EB326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E5BF5-C873-7487-D646-0258692D5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2F1E4-014B-9E09-1B62-DFED29EE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1F8A2-7940-3D65-9F87-40A77A665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7AD23-326B-F82B-4C7A-010DED8E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2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555F2-3949-B2E8-40C9-F277A90CA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A5D36-AD01-9F0A-9D26-9634CE34A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DE606-8039-CE60-C960-D2AC38D02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625F7-F105-AAB0-C253-B023EDB5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404EB-7F6F-4DD3-7195-140BFB89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6EB88-91A6-7B08-D9DF-7B4033A8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3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DE77-F5A3-43D6-CB63-D1E9ED408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30C35-1E2F-C07A-FB98-6D420C755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C2CF4-50B0-7169-E43A-8EAA6AAE8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A960B-AD4F-9A91-3FB9-C3F3354F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FCB84-990B-DD14-94D0-9A29C4C0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1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CF06BC-CFA6-E97F-6058-766D20D3A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1A16F7-F786-B7C3-572F-FC4F61907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4DCB-7E10-4DCC-AEA2-B93604EF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F998-3198-3FBE-7875-2674864D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8FD41-87F2-632C-5471-42ABC2E4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DFA15-7722-109F-F3CA-AF372ADD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EFF18-C62E-04E1-6AD7-E04DA12CA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B60C6-94D4-88C1-EE2F-30C13DFA8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6D639-5D72-4FD7-B637-6CC128287E20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3AF48-B4BC-7628-2CD5-FDCB09FB7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C1DA5-469E-A6B8-6D07-7412D9790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84004-A24F-4EAE-8828-23C2EDA5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0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D1F73-40E1-97D9-C378-3ACB855A5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highlight>
                  <a:srgbClr val="FF0000"/>
                </a:highlight>
              </a:rPr>
              <a:t>Other Parts</a:t>
            </a:r>
            <a:br>
              <a:rPr lang="en-US" sz="3600" dirty="0">
                <a:solidFill>
                  <a:srgbClr val="FFFFFF"/>
                </a:solidFill>
                <a:highlight>
                  <a:srgbClr val="FF0000"/>
                </a:highlight>
              </a:rPr>
            </a:br>
            <a:br>
              <a:rPr lang="en-US" sz="3600" dirty="0">
                <a:solidFill>
                  <a:srgbClr val="FFFFFF"/>
                </a:solidFill>
                <a:highlight>
                  <a:srgbClr val="FF0000"/>
                </a:highlight>
              </a:rPr>
            </a:br>
            <a:r>
              <a:rPr lang="en-US" sz="3600" dirty="0">
                <a:solidFill>
                  <a:srgbClr val="FFFFFF"/>
                </a:solidFill>
                <a:highlight>
                  <a:srgbClr val="FF0000"/>
                </a:highlight>
              </a:rPr>
              <a:t>NEED TO BE C/OUT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5A7D3A-EE68-ECB7-C870-3024C2194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316" y="1478384"/>
            <a:ext cx="6780700" cy="389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7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8CD04-04C8-C2C9-503E-CCB7264AF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94C66-66C5-F1FE-5785-FD2F8FCD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900" kern="1200">
                <a:solidFill>
                  <a:schemeClr val="tx1"/>
                </a:solidFill>
                <a:highlight>
                  <a:srgbClr val="FF0000"/>
                </a:highlight>
                <a:latin typeface="+mj-lt"/>
                <a:ea typeface="+mj-ea"/>
                <a:cs typeface="+mj-cs"/>
              </a:rPr>
              <a:t>Life Raft</a:t>
            </a:r>
            <a:br>
              <a:rPr lang="en-US" sz="2900" kern="1200">
                <a:solidFill>
                  <a:schemeClr val="tx1"/>
                </a:solidFill>
                <a:highlight>
                  <a:srgbClr val="FF0000"/>
                </a:highlight>
                <a:latin typeface="+mj-lt"/>
                <a:ea typeface="+mj-ea"/>
                <a:cs typeface="+mj-cs"/>
              </a:rPr>
            </a:br>
            <a:br>
              <a:rPr lang="en-US" sz="2900" kern="1200">
                <a:solidFill>
                  <a:schemeClr val="tx1"/>
                </a:solidFill>
                <a:highlight>
                  <a:srgbClr val="FF0000"/>
                </a:highlight>
                <a:latin typeface="+mj-lt"/>
                <a:ea typeface="+mj-ea"/>
                <a:cs typeface="+mj-cs"/>
              </a:rPr>
            </a:br>
            <a:r>
              <a:rPr lang="en-US" sz="2900" kern="1200">
                <a:solidFill>
                  <a:schemeClr val="tx1"/>
                </a:solidFill>
                <a:highlight>
                  <a:srgbClr val="FF0000"/>
                </a:highlight>
                <a:latin typeface="+mj-lt"/>
                <a:ea typeface="+mj-ea"/>
                <a:cs typeface="+mj-cs"/>
              </a:rPr>
              <a:t> NEED TO BE C/OUT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69DF71-1166-19CA-4392-5A4FE7B693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1501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F613AF-715B-B866-C128-12A97C38B4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715" r="-2" b="-2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0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45A24-A930-A540-42BC-422F3FF2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B3EEE-40A7-46ED-BB3B-C3A7F326D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highlight>
                  <a:srgbClr val="808000"/>
                </a:highlight>
              </a:rPr>
              <a:t>EFS</a:t>
            </a:r>
            <a:br>
              <a:rPr lang="en-US" sz="3600" dirty="0">
                <a:solidFill>
                  <a:srgbClr val="FFFFFF"/>
                </a:solidFill>
                <a:highlight>
                  <a:srgbClr val="808000"/>
                </a:highlight>
              </a:rPr>
            </a:br>
            <a:br>
              <a:rPr lang="en-US" sz="3600" dirty="0">
                <a:solidFill>
                  <a:srgbClr val="FFFFFF"/>
                </a:solidFill>
                <a:highlight>
                  <a:srgbClr val="808000"/>
                </a:highlight>
              </a:rPr>
            </a:br>
            <a:r>
              <a:rPr lang="en-US" sz="3600" dirty="0">
                <a:solidFill>
                  <a:srgbClr val="FFFFFF"/>
                </a:solidFill>
                <a:highlight>
                  <a:srgbClr val="808000"/>
                </a:highlight>
              </a:rPr>
              <a:t> Due within 90DAYS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8A701-F9BF-56EF-3BA4-384D300EC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094" y="643466"/>
            <a:ext cx="6513144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4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A7346-93F4-CD83-40AF-19E7DAFC4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86B798-337A-D039-9FAA-AA8CE8AB2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highlight>
                  <a:srgbClr val="808000"/>
                </a:highlight>
              </a:rPr>
              <a:t>EFS Cylinders</a:t>
            </a:r>
            <a:br>
              <a:rPr lang="en-US" sz="3600" dirty="0">
                <a:solidFill>
                  <a:srgbClr val="FFFFFF"/>
                </a:solidFill>
                <a:highlight>
                  <a:srgbClr val="808000"/>
                </a:highlight>
              </a:rPr>
            </a:br>
            <a:br>
              <a:rPr lang="en-US" sz="3600" dirty="0">
                <a:solidFill>
                  <a:srgbClr val="FFFFFF"/>
                </a:solidFill>
                <a:highlight>
                  <a:srgbClr val="808000"/>
                </a:highlight>
              </a:rPr>
            </a:br>
            <a:r>
              <a:rPr lang="en-US" sz="3600" dirty="0">
                <a:solidFill>
                  <a:srgbClr val="FFFFFF"/>
                </a:solidFill>
                <a:highlight>
                  <a:srgbClr val="808000"/>
                </a:highlight>
              </a:rPr>
              <a:t> Due within 90DAYS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228125-09A8-22D6-5E29-180E6D78F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316" y="1791991"/>
            <a:ext cx="6780700" cy="327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32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E1FB-2A66-1D73-011C-4E9DA502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8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11501</TotalTime>
  <Words>40</Words>
  <Application>Microsoft Office PowerPoint</Application>
  <PresentationFormat>Widescreen</PresentationFormat>
  <Paragraphs>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Office Theme</vt:lpstr>
      <vt:lpstr>Other Parts  NEED TO BE C/OUT </vt:lpstr>
      <vt:lpstr>Life Raft   NEED TO BE C/OUT </vt:lpstr>
      <vt:lpstr>EFS   Due within 90DAYS</vt:lpstr>
      <vt:lpstr>EFS Cylinders   Due within 90DAYS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 TO BE C/OUT </dc:title>
  <dc:creator>Jordan Pellegrini</dc:creator>
  <cp:lastModifiedBy>Jordan Pellegrini</cp:lastModifiedBy>
  <cp:revision>68</cp:revision>
  <dcterms:created xsi:type="dcterms:W3CDTF">2024-09-25T10:04:18Z</dcterms:created>
  <dcterms:modified xsi:type="dcterms:W3CDTF">2026-04-29T05:37:58Z</dcterms:modified>
</cp:coreProperties>
</file>