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6" r:id="rId5"/>
  </p:sldIdLst>
  <p:sldSz cx="12192000" cy="6858000"/>
  <p:notesSz cx="7315200" cy="9601200"/>
  <p:embeddedFontLst>
    <p:embeddedFont>
      <p:font typeface="Poppins" panose="000005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0DA58C79-C253-4FDF-B12A-06FAE525BABD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758"/>
    <a:srgbClr val="072F58"/>
    <a:srgbClr val="5C6B9A"/>
    <a:srgbClr val="3D52B9"/>
    <a:srgbClr val="007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090760-9F38-154D-692E-6A8F0698DF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A06F9-4522-FD99-F2AA-1F9F43A44E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2775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44430-1A26-47DD-91E9-0758D2F4F93E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10730-0BE3-D5F3-4416-53382220A8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602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FAD2E-18D9-ECA9-DE94-78EA70495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2775" y="9120602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5E092-2BD8-4CB2-999B-EE4DD72F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131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2775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2B503-5A6F-4E62-95AD-C9B88FDDD9E0}" type="datetimeFigureOut">
              <a:rPr lang="en-US" smtClean="0"/>
              <a:t>12-May-26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179" y="4620185"/>
            <a:ext cx="5852843" cy="37802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602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2775" y="9120602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A5CA8-FEF6-4997-89A9-69467F3BD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280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3616FC-043C-9E2C-8C6C-28160679B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D3EA3EBF-D742-6D03-D73D-EEAD80C13E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5000"/>
          </a:blip>
          <a:srcRect l="38651" b="23910"/>
          <a:stretch/>
        </p:blipFill>
        <p:spPr>
          <a:xfrm flipV="1">
            <a:off x="0" y="0"/>
            <a:ext cx="2610221" cy="40250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607E0C-D41A-CA85-6D79-39C845747532}"/>
              </a:ext>
            </a:extLst>
          </p:cNvPr>
          <p:cNvSpPr/>
          <p:nvPr userDrawn="1"/>
        </p:nvSpPr>
        <p:spPr>
          <a:xfrm>
            <a:off x="5191332" y="6526006"/>
            <a:ext cx="1809336" cy="187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000" b="1" dirty="0">
                <a:solidFill>
                  <a:srgbClr val="1D275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www.advanced-sm.com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603C70-4EB0-3C3B-B5D6-CA7DAFEFA4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5825" y="1274679"/>
            <a:ext cx="2324100" cy="69546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9C34E1-76AE-8F27-1EAD-A2EDA91DFCD4}"/>
              </a:ext>
            </a:extLst>
          </p:cNvPr>
          <p:cNvCxnSpPr>
            <a:cxnSpLocks/>
          </p:cNvCxnSpPr>
          <p:nvPr userDrawn="1"/>
        </p:nvCxnSpPr>
        <p:spPr>
          <a:xfrm>
            <a:off x="800885" y="4105707"/>
            <a:ext cx="5200650" cy="0"/>
          </a:xfrm>
          <a:prstGeom prst="line">
            <a:avLst/>
          </a:prstGeom>
          <a:ln w="38100">
            <a:solidFill>
              <a:srgbClr val="1D27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4B8D5B-1F60-43D4-49F3-9791B5D3A41C}"/>
              </a:ext>
            </a:extLst>
          </p:cNvPr>
          <p:cNvGrpSpPr/>
          <p:nvPr userDrawn="1"/>
        </p:nvGrpSpPr>
        <p:grpSpPr>
          <a:xfrm>
            <a:off x="8830460" y="296059"/>
            <a:ext cx="3132940" cy="3132940"/>
            <a:chOff x="5144285" y="684953"/>
            <a:chExt cx="3132940" cy="31329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410AB9D-AABD-6136-A137-12AE5C454658}"/>
                </a:ext>
              </a:extLst>
            </p:cNvPr>
            <p:cNvCxnSpPr>
              <a:cxnSpLocks/>
            </p:cNvCxnSpPr>
            <p:nvPr/>
          </p:nvCxnSpPr>
          <p:spPr>
            <a:xfrm>
              <a:off x="5144285" y="684953"/>
              <a:ext cx="313294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A6C23C3-E363-F6F1-DD5F-3BE3ACBFBB7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10755" y="2251423"/>
              <a:ext cx="313294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49912D9B-0ED4-24C0-312C-05F82371EE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5000"/>
          </a:blip>
          <a:srcRect l="38651" b="23910"/>
          <a:stretch/>
        </p:blipFill>
        <p:spPr>
          <a:xfrm flipH="1" flipV="1">
            <a:off x="2986629" y="2084769"/>
            <a:ext cx="2610221" cy="402501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782D369-225E-C964-ABDC-30575717DEDD}"/>
              </a:ext>
            </a:extLst>
          </p:cNvPr>
          <p:cNvGrpSpPr/>
          <p:nvPr userDrawn="1"/>
        </p:nvGrpSpPr>
        <p:grpSpPr>
          <a:xfrm rot="10800000">
            <a:off x="229756" y="3486798"/>
            <a:ext cx="3132940" cy="3132940"/>
            <a:chOff x="5144285" y="684953"/>
            <a:chExt cx="3132940" cy="313294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4B5DF1C-51E5-D4E9-B889-2443973CC9B4}"/>
                </a:ext>
              </a:extLst>
            </p:cNvPr>
            <p:cNvCxnSpPr>
              <a:cxnSpLocks/>
            </p:cNvCxnSpPr>
            <p:nvPr/>
          </p:nvCxnSpPr>
          <p:spPr>
            <a:xfrm>
              <a:off x="5144285" y="684953"/>
              <a:ext cx="3132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98B2E19-4CB3-E516-062F-E37B7B5F4A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10755" y="2251423"/>
              <a:ext cx="3132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21849-458E-AADF-3FBE-D8FFB551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269" y="4484169"/>
            <a:ext cx="27432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algn="l">
              <a:defRPr lang="en-US" sz="1000" b="1" smtClean="0">
                <a:solidFill>
                  <a:srgbClr val="1D275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CD471EE-B273-F5F8-96CE-FFDA03E84F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269" y="3106278"/>
            <a:ext cx="10347978" cy="1007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>
              <a:defRPr lang="en-US" sz="4000" b="1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9267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42D09E-271C-02FE-B51D-04404EE179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6" b="26"/>
          <a:stretch/>
        </p:blipFill>
        <p:spPr>
          <a:xfrm>
            <a:off x="0" y="1785"/>
            <a:ext cx="12192000" cy="685442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03A03C-2E39-892C-74CF-09A9D67D561B}"/>
              </a:ext>
            </a:extLst>
          </p:cNvPr>
          <p:cNvCxnSpPr>
            <a:cxnSpLocks/>
            <a:stCxn id="36" idx="3"/>
          </p:cNvCxnSpPr>
          <p:nvPr userDrawn="1"/>
        </p:nvCxnSpPr>
        <p:spPr>
          <a:xfrm>
            <a:off x="2847813" y="408410"/>
            <a:ext cx="7081191" cy="25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EBDF640-BA73-84DC-693E-252B5840C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92432" y="10630"/>
            <a:ext cx="2299567" cy="89571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EE6690-4F4B-920A-862F-0BA5C84713EB}"/>
              </a:ext>
            </a:extLst>
          </p:cNvPr>
          <p:cNvSpPr/>
          <p:nvPr userDrawn="1"/>
        </p:nvSpPr>
        <p:spPr>
          <a:xfrm>
            <a:off x="5191332" y="6526006"/>
            <a:ext cx="1809336" cy="187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000" b="1" dirty="0">
                <a:solidFill>
                  <a:srgbClr val="1D275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www.advanced-sm.com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442516-0C6F-65F0-06A0-E7E0ACEBC003}"/>
              </a:ext>
            </a:extLst>
          </p:cNvPr>
          <p:cNvGrpSpPr/>
          <p:nvPr userDrawn="1"/>
        </p:nvGrpSpPr>
        <p:grpSpPr>
          <a:xfrm rot="10800000">
            <a:off x="229756" y="3486798"/>
            <a:ext cx="3132940" cy="3132940"/>
            <a:chOff x="5144285" y="684953"/>
            <a:chExt cx="3132940" cy="313294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FD21F8C-44B0-1C16-6EBF-6EAAC756C2C1}"/>
                </a:ext>
              </a:extLst>
            </p:cNvPr>
            <p:cNvCxnSpPr>
              <a:cxnSpLocks/>
            </p:cNvCxnSpPr>
            <p:nvPr/>
          </p:nvCxnSpPr>
          <p:spPr>
            <a:xfrm>
              <a:off x="5144285" y="684953"/>
              <a:ext cx="3132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54E297-D0DF-B76B-1F29-45F5746F08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10755" y="2251423"/>
              <a:ext cx="3132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716E9-5116-415D-3982-5F57B055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232" y="6511908"/>
            <a:ext cx="744768" cy="215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0" rIns="0" bIns="0" rtlCol="0" anchor="ctr"/>
          <a:lstStyle>
            <a:lvl1pPr algn="l">
              <a:defRPr lang="en-US" sz="1000" b="1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BB26F7E-D802-4781-B258-E9E8F543F2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2C8A0CF-2026-1D53-E224-0B2A02D15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7577" y="1922804"/>
            <a:ext cx="9622235" cy="41490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F2B7ED00-EB12-3DB2-9457-9DC1522BA6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37592" y="225847"/>
            <a:ext cx="2610221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>
              <a:defRPr lang="en-US" sz="1000" b="1" smtClean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l"/>
            <a:r>
              <a:rPr lang="en-US" dirty="0"/>
              <a:t>INSERT PRESENTATION TITLE HERE (INSERT MENU &gt; FOOTER &gt; APPLY TO ALL)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D84311B-4445-B22B-8E49-77E1ADD036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32" y="1156176"/>
            <a:ext cx="10515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>
              <a:defRPr lang="en-US" sz="2000" b="1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573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4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9595-5D12-3DF3-474C-4B0B6EC5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246C0B-2FC9-CDB2-5C43-C0A60D89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EC2E5-E5DD-6EC9-6E96-0D5B9145A5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z="1000" b="0" dirty="0">
                <a:solidFill>
                  <a:srgbClr val="203864"/>
                </a:solidFill>
              </a:rPr>
              <a:t>Weekly NH90 Maintenance Update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AA7E88-7934-D2CF-2E9C-8CAF4FFED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95C1A7-C410-BB48-46C9-95881BAF1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3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A28A481B316E4987D9F5B2A372BF9A" ma:contentTypeVersion="14" ma:contentTypeDescription="Create a new document." ma:contentTypeScope="" ma:versionID="60a599d1065546b31cf52a78e18ec10e">
  <xsd:schema xmlns:xsd="http://www.w3.org/2001/XMLSchema" xmlns:xs="http://www.w3.org/2001/XMLSchema" xmlns:p="http://schemas.microsoft.com/office/2006/metadata/properties" xmlns:ns3="80745e36-2e87-4e8c-808b-ef5e5e0db863" xmlns:ns4="44d1d270-01ad-4cb4-8d08-6189e1405a9d" targetNamespace="http://schemas.microsoft.com/office/2006/metadata/properties" ma:root="true" ma:fieldsID="b5fbbee0a5443dc9da952e333f13f46e" ns3:_="" ns4:_="">
    <xsd:import namespace="80745e36-2e87-4e8c-808b-ef5e5e0db863"/>
    <xsd:import namespace="44d1d270-01ad-4cb4-8d08-6189e1405a9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45e36-2e87-4e8c-808b-ef5e5e0db8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d1d270-01ad-4cb4-8d08-6189e1405a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A5CFE9-416E-4117-8340-3D5563E2661F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44d1d270-01ad-4cb4-8d08-6189e1405a9d"/>
    <ds:schemaRef ds:uri="80745e36-2e87-4e8c-808b-ef5e5e0db863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46F7E2E-42E8-4804-9934-2EB13D707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745e36-2e87-4e8c-808b-ef5e5e0db863"/>
    <ds:schemaRef ds:uri="44d1d270-01ad-4cb4-8d08-6189e1405a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6CDA27-751E-4A70-B848-2CA42897DB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31537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Kimberley Ann Tan</dc:creator>
  <cp:lastModifiedBy>Jordan Pellegrini</cp:lastModifiedBy>
  <cp:revision>529</cp:revision>
  <cp:lastPrinted>2024-03-19T06:32:11Z</cp:lastPrinted>
  <dcterms:created xsi:type="dcterms:W3CDTF">2023-01-19T07:56:40Z</dcterms:created>
  <dcterms:modified xsi:type="dcterms:W3CDTF">2026-05-12T03:14:45Z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0x0101005FA28A481B316E4987D9F5B2A372BF9A</vt:lpwstr>
  </property>
</Properties>
</file>